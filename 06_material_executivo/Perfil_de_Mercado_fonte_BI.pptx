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kfvNgtjzQd9XXr2DQ7GwKFmqw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ublic.tableau.com/views/TechChallenge-PerfildeMercado/Perfil_Mercado" TargetMode="External"/><Relationship Id="rId4" Type="http://schemas.openxmlformats.org/officeDocument/2006/relationships/hyperlink" Target="https://public.tableau.com/views/TechChallenge-PerfildeMercado/Perfil_Mercado?:language=pt-BR&amp;:sid=&amp;:redirect=auth&amp;:display_count=n&amp;:origin=viz_share_lin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[Tech Challenge] - Perfil de Mercado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Arquivo criado em: 9/14/2026 4:54:14 PM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Link do Painel: </a:t>
            </a:r>
            <a:r>
              <a:rPr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https://public.tableau.com/views/TechChallenge-PerfildeMercado/Perfil_Mercado?:language=pt-BR&amp;:sid=&amp;:redirect=auth&amp;:display_count=n&amp;:origin=viz_share_link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erfil_Mercado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5" y="0"/>
            <a:ext cx="99093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lorização"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5" y="0"/>
            <a:ext cx="99093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nologias"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5" y="0"/>
            <a:ext cx="99093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lytics"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5" y="0"/>
            <a:ext cx="990939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2026-09-14T16:54:14Z</dcterms:created>
</cp:coreProperties>
</file>